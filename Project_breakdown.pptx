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61" r:id="rId3"/>
    <p:sldId id="259" r:id="rId4"/>
    <p:sldId id="262" r:id="rId5"/>
    <p:sldId id="258" r:id="rId6"/>
  </p:sldIdLst>
  <p:sldSz cx="12192000" cy="6858000"/>
  <p:notesSz cx="6858000" cy="9144000"/>
  <p:embeddedFontLst>
    <p:embeddedFont>
      <p:font typeface="Open Sans ExtraBold" pitchFamily="2" charset="0"/>
      <p:bold r:id="rId8"/>
      <p:boldItalic r:id="rId9"/>
    </p:embeddedFont>
    <p:embeddedFont>
      <p:font typeface="Play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pyndBr9Ixy/sV5r/oAoNMOQzo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28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425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488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shagirisriram/Materials/assignment.pd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CBC3-1582-96A8-EE8C-38CCD226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React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26CED-26D8-5EBD-E270-387F28E4C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Login / logout</a:t>
            </a:r>
          </a:p>
          <a:p>
            <a:r>
              <a:rPr lang="en-US" dirty="0"/>
              <a:t>Menu and Nav Bars Based on Roles</a:t>
            </a:r>
          </a:p>
          <a:p>
            <a:r>
              <a:rPr lang="en-US" dirty="0"/>
              <a:t>Home and Landing Page</a:t>
            </a:r>
          </a:p>
          <a:p>
            <a:r>
              <a:rPr lang="en-US" dirty="0"/>
              <a:t>About Us – Image Gallery and Profiles</a:t>
            </a:r>
          </a:p>
          <a:p>
            <a:r>
              <a:rPr lang="en-US" dirty="0"/>
              <a:t>FAQ</a:t>
            </a:r>
          </a:p>
          <a:p>
            <a:r>
              <a:rPr lang="en-US" dirty="0"/>
              <a:t>Plan List </a:t>
            </a:r>
          </a:p>
          <a:p>
            <a:r>
              <a:rPr lang="en-US" dirty="0"/>
              <a:t>Contact us – Forms</a:t>
            </a:r>
          </a:p>
          <a:p>
            <a:r>
              <a:rPr lang="en-US" dirty="0"/>
              <a:t>Subscribe Newsletter Form</a:t>
            </a:r>
          </a:p>
          <a:p>
            <a:endParaRPr lang="en-US" dirty="0"/>
          </a:p>
          <a:p>
            <a:r>
              <a:rPr lang="en-US"/>
              <a:t>SEE </a:t>
            </a:r>
            <a:r>
              <a:rPr lang="en-US">
                <a:hlinkClick r:id="rId2"/>
              </a:rPr>
              <a:t>HTTPS://github.com/seshagirisriram/Materials/assignment.pdf</a:t>
            </a:r>
            <a:r>
              <a:rPr lang="en-US"/>
              <a:t>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66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3F16-218C-3C78-A497-5372FC68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A004-31AC-E718-0438-035AE7C7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Enhancements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E79BF-7840-6824-B2C2-70E9375E1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either </a:t>
            </a:r>
          </a:p>
          <a:p>
            <a:pPr lvl="1"/>
            <a:r>
              <a:rPr lang="en-US" dirty="0"/>
              <a:t>Tailwind</a:t>
            </a:r>
          </a:p>
          <a:p>
            <a:pPr lvl="1"/>
            <a:r>
              <a:rPr lang="en-US" dirty="0"/>
              <a:t>Material</a:t>
            </a:r>
          </a:p>
          <a:p>
            <a:r>
              <a:rPr lang="en-US" dirty="0"/>
              <a:t>Use HTML5 semantic tags </a:t>
            </a:r>
          </a:p>
          <a:p>
            <a:r>
              <a:rPr lang="en-US" dirty="0"/>
              <a:t>Use CSS Grid or Flexbox variants</a:t>
            </a:r>
          </a:p>
          <a:p>
            <a:r>
              <a:rPr lang="en-US" dirty="0"/>
              <a:t>Responsiveness </a:t>
            </a:r>
          </a:p>
          <a:p>
            <a:r>
              <a:rPr lang="en-US" dirty="0"/>
              <a:t>Testability with multiple Devices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1187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51F55-3039-448D-40F0-84889C794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API Cleanup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EA788-4774-EA36-4417-78433AB11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login</a:t>
            </a:r>
          </a:p>
          <a:p>
            <a:r>
              <a:rPr lang="en-US" dirty="0"/>
              <a:t>refresh</a:t>
            </a:r>
          </a:p>
          <a:p>
            <a:r>
              <a:rPr lang="en-US" dirty="0"/>
              <a:t>verify</a:t>
            </a:r>
          </a:p>
          <a:p>
            <a:r>
              <a:rPr lang="en-US" dirty="0"/>
              <a:t>Logout</a:t>
            </a:r>
          </a:p>
          <a:p>
            <a:r>
              <a:rPr lang="en-US" dirty="0"/>
              <a:t>Accounts					- List /Create / Close Account</a:t>
            </a:r>
          </a:p>
          <a:p>
            <a:r>
              <a:rPr lang="en-IN" dirty="0"/>
              <a:t>Transactions				- List / Withdraw / Deposit </a:t>
            </a:r>
          </a:p>
          <a:p>
            <a:r>
              <a:rPr lang="en-IN" dirty="0"/>
              <a:t>Bank List – Admin			- Create/Delete</a:t>
            </a:r>
          </a:p>
          <a:p>
            <a:r>
              <a:rPr lang="en-IN" dirty="0"/>
              <a:t>Branch List – Admin			- Create/Delete</a:t>
            </a:r>
          </a:p>
          <a:p>
            <a:r>
              <a:rPr lang="en-IN" dirty="0"/>
              <a:t>Users List – Admin			- Create/Delete</a:t>
            </a:r>
          </a:p>
        </p:txBody>
      </p:sp>
    </p:spTree>
    <p:extLst>
      <p:ext uri="{BB962C8B-B14F-4D97-AF65-F5344CB8AC3E}">
        <p14:creationId xmlns:p14="http://schemas.microsoft.com/office/powerpoint/2010/main" val="3889746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D4765-C200-712E-9194-3A7D136D0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142F-CC36-4A7A-EC99-BBC5013F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 stuff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22B66-606E-03A1-F4BD-8C042FB9B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Documentation </a:t>
            </a:r>
          </a:p>
          <a:p>
            <a:r>
              <a:rPr lang="en-US" dirty="0"/>
              <a:t>Working as a team </a:t>
            </a:r>
          </a:p>
          <a:p>
            <a:r>
              <a:rPr lang="en-US" dirty="0"/>
              <a:t>Folder structure</a:t>
            </a:r>
          </a:p>
          <a:p>
            <a:r>
              <a:rPr lang="en-US" dirty="0"/>
              <a:t>Version Control </a:t>
            </a:r>
          </a:p>
          <a:p>
            <a:r>
              <a:rPr lang="en-US" dirty="0"/>
              <a:t>Testability</a:t>
            </a:r>
          </a:p>
          <a:p>
            <a:r>
              <a:rPr lang="en-US" dirty="0"/>
              <a:t>Presentations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496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05944B-F9F7-5C8E-B33A-25F93FB8189B}"/>
              </a:ext>
            </a:extLst>
          </p:cNvPr>
          <p:cNvGrpSpPr/>
          <p:nvPr/>
        </p:nvGrpSpPr>
        <p:grpSpPr>
          <a:xfrm>
            <a:off x="1674560" y="886780"/>
            <a:ext cx="8435006" cy="5207491"/>
            <a:chOff x="1674560" y="886780"/>
            <a:chExt cx="8435006" cy="5207491"/>
          </a:xfrm>
        </p:grpSpPr>
        <p:sp>
          <p:nvSpPr>
            <p:cNvPr id="241" name="Google Shape;241;p3"/>
            <p:cNvSpPr/>
            <p:nvPr/>
          </p:nvSpPr>
          <p:spPr>
            <a:xfrm>
              <a:off x="4216880" y="2734549"/>
              <a:ext cx="3555587" cy="1435230"/>
            </a:xfrm>
            <a:prstGeom prst="roundRect">
              <a:avLst>
                <a:gd name="adj" fmla="val 8311"/>
              </a:avLst>
            </a:prstGeom>
            <a:solidFill>
              <a:srgbClr val="A5A5A5">
                <a:alpha val="5176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1674560" y="4626310"/>
              <a:ext cx="1406622" cy="140662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"/>
            <p:cNvSpPr txBox="1"/>
            <p:nvPr/>
          </p:nvSpPr>
          <p:spPr>
            <a:xfrm>
              <a:off x="2418664" y="4323938"/>
              <a:ext cx="1532437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chemeClr val="lt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80</a:t>
              </a:r>
              <a:endParaRPr dirty="0"/>
            </a:p>
          </p:txBody>
        </p:sp>
        <p:sp>
          <p:nvSpPr>
            <p:cNvPr id="270" name="Google Shape;270;p3"/>
            <p:cNvSpPr txBox="1"/>
            <p:nvPr/>
          </p:nvSpPr>
          <p:spPr>
            <a:xfrm>
              <a:off x="4260791" y="2830822"/>
              <a:ext cx="3646929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 dirty="0">
                  <a:solidFill>
                    <a:srgbClr val="0F4861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Project</a:t>
              </a:r>
              <a:endParaRPr dirty="0"/>
            </a:p>
          </p:txBody>
        </p:sp>
        <p:sp>
          <p:nvSpPr>
            <p:cNvPr id="271" name="Google Shape;271;p3"/>
            <p:cNvSpPr txBox="1"/>
            <p:nvPr/>
          </p:nvSpPr>
          <p:spPr>
            <a:xfrm>
              <a:off x="4260791" y="3567142"/>
              <a:ext cx="36469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0B769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Evaluation</a:t>
              </a:r>
              <a:endParaRPr dirty="0"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4302177" y="1783830"/>
              <a:ext cx="1214203" cy="914400"/>
            </a:xfrm>
            <a:custGeom>
              <a:avLst/>
              <a:gdLst/>
              <a:ahLst/>
              <a:cxnLst/>
              <a:rect l="l" t="t" r="r" b="b"/>
              <a:pathLst>
                <a:path w="1214203" h="914400" extrusionOk="0">
                  <a:moveTo>
                    <a:pt x="1214203" y="914400"/>
                  </a:moveTo>
                  <a:lnTo>
                    <a:pt x="734518" y="0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"/>
            <p:cNvSpPr/>
            <p:nvPr/>
          </p:nvSpPr>
          <p:spPr>
            <a:xfrm flipH="1">
              <a:off x="6393279" y="1787432"/>
              <a:ext cx="1214203" cy="914400"/>
            </a:xfrm>
            <a:custGeom>
              <a:avLst/>
              <a:gdLst/>
              <a:ahLst/>
              <a:cxnLst/>
              <a:rect l="l" t="t" r="r" b="b"/>
              <a:pathLst>
                <a:path w="1214203" h="914400" extrusionOk="0">
                  <a:moveTo>
                    <a:pt x="1214203" y="914400"/>
                  </a:moveTo>
                  <a:lnTo>
                    <a:pt x="734518" y="0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"/>
            <p:cNvSpPr/>
            <p:nvPr/>
          </p:nvSpPr>
          <p:spPr>
            <a:xfrm rot="10800000">
              <a:off x="6484414" y="4151741"/>
              <a:ext cx="1214203" cy="914400"/>
            </a:xfrm>
            <a:custGeom>
              <a:avLst/>
              <a:gdLst/>
              <a:ahLst/>
              <a:cxnLst/>
              <a:rect l="l" t="t" r="r" b="b"/>
              <a:pathLst>
                <a:path w="1214203" h="914400" extrusionOk="0">
                  <a:moveTo>
                    <a:pt x="1214203" y="914400"/>
                  </a:moveTo>
                  <a:lnTo>
                    <a:pt x="734518" y="0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"/>
            <p:cNvSpPr/>
            <p:nvPr/>
          </p:nvSpPr>
          <p:spPr>
            <a:xfrm rot="10800000" flipH="1">
              <a:off x="4132993" y="4159245"/>
              <a:ext cx="1214203" cy="914400"/>
            </a:xfrm>
            <a:custGeom>
              <a:avLst/>
              <a:gdLst/>
              <a:ahLst/>
              <a:cxnLst/>
              <a:rect l="l" t="t" r="r" b="b"/>
              <a:pathLst>
                <a:path w="1214203" h="914400" extrusionOk="0">
                  <a:moveTo>
                    <a:pt x="1214203" y="914400"/>
                  </a:moveTo>
                  <a:lnTo>
                    <a:pt x="734518" y="0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"/>
            <p:cNvSpPr txBox="1"/>
            <p:nvPr/>
          </p:nvSpPr>
          <p:spPr>
            <a:xfrm>
              <a:off x="4061794" y="5170982"/>
              <a:ext cx="1694967" cy="923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6666"/>
                  </a:solidFill>
                  <a:latin typeface="Arial"/>
                  <a:ea typeface="Arial"/>
                  <a:cs typeface="Arial"/>
                  <a:sym typeface="Arial"/>
                </a:rPr>
                <a:t>Core Basic Reac</a:t>
              </a:r>
              <a:r>
                <a:rPr lang="en-US" sz="1800" dirty="0">
                  <a:solidFill>
                    <a:srgbClr val="006666"/>
                  </a:solidFill>
                </a:rPr>
                <a:t>t Functionality</a:t>
              </a:r>
              <a:endParaRPr dirty="0"/>
            </a:p>
          </p:txBody>
        </p:sp>
        <p:sp>
          <p:nvSpPr>
            <p:cNvPr id="286" name="Google Shape;286;p3"/>
            <p:cNvSpPr txBox="1"/>
            <p:nvPr/>
          </p:nvSpPr>
          <p:spPr>
            <a:xfrm>
              <a:off x="5705849" y="5107771"/>
              <a:ext cx="2066618" cy="923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F0066"/>
                  </a:solidFill>
                  <a:latin typeface="Arial"/>
                  <a:ea typeface="Arial"/>
                  <a:cs typeface="Arial"/>
                  <a:sym typeface="Arial"/>
                </a:rPr>
                <a:t>Project Management</a:t>
              </a:r>
              <a:r>
                <a:rPr lang="en-US" sz="1800" dirty="0">
                  <a:solidFill>
                    <a:srgbClr val="FF0066"/>
                  </a:solidFill>
                </a:rPr>
                <a:t> &amp; Documentation</a:t>
              </a:r>
              <a:endParaRPr dirty="0"/>
            </a:p>
          </p:txBody>
        </p:sp>
        <p:sp>
          <p:nvSpPr>
            <p:cNvPr id="4" name="Google Shape;280;p3">
              <a:extLst>
                <a:ext uri="{FF2B5EF4-FFF2-40B4-BE49-F238E27FC236}">
                  <a16:creationId xmlns:a16="http://schemas.microsoft.com/office/drawing/2014/main" id="{1E00AEA3-5CCF-D54A-B5F7-7F5EA13946B3}"/>
                </a:ext>
              </a:extLst>
            </p:cNvPr>
            <p:cNvSpPr txBox="1"/>
            <p:nvPr/>
          </p:nvSpPr>
          <p:spPr>
            <a:xfrm>
              <a:off x="4107005" y="980236"/>
              <a:ext cx="1694967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006666"/>
                  </a:solidFill>
                  <a:latin typeface="Arial"/>
                  <a:ea typeface="Arial"/>
                  <a:cs typeface="Arial"/>
                  <a:sym typeface="Arial"/>
                </a:rPr>
                <a:t>C # API Cleanup</a:t>
              </a:r>
              <a:endParaRPr dirty="0"/>
            </a:p>
          </p:txBody>
        </p:sp>
        <p:sp>
          <p:nvSpPr>
            <p:cNvPr id="5" name="Google Shape;286;p3">
              <a:extLst>
                <a:ext uri="{FF2B5EF4-FFF2-40B4-BE49-F238E27FC236}">
                  <a16:creationId xmlns:a16="http://schemas.microsoft.com/office/drawing/2014/main" id="{0BBACE09-4DF8-C7EB-28C3-EB8FB9864C0D}"/>
                </a:ext>
              </a:extLst>
            </p:cNvPr>
            <p:cNvSpPr txBox="1"/>
            <p:nvPr/>
          </p:nvSpPr>
          <p:spPr>
            <a:xfrm>
              <a:off x="6262487" y="1018208"/>
              <a:ext cx="2066618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F0066"/>
                  </a:solidFill>
                  <a:latin typeface="Arial"/>
                  <a:ea typeface="Arial"/>
                  <a:cs typeface="Arial"/>
                  <a:sym typeface="Arial"/>
                </a:rPr>
                <a:t>UI Enhancements and Aesthetics</a:t>
              </a:r>
              <a:endParaRPr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B28877-F99D-7CA3-94E0-BD2252C4FE6C}"/>
                </a:ext>
              </a:extLst>
            </p:cNvPr>
            <p:cNvSpPr/>
            <p:nvPr/>
          </p:nvSpPr>
          <p:spPr>
            <a:xfrm>
              <a:off x="2475265" y="886781"/>
              <a:ext cx="1509682" cy="10138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20</a:t>
              </a:r>
              <a:endParaRPr lang="en-IN" sz="36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191D848-9591-D880-5940-3D3C55D506F8}"/>
                </a:ext>
              </a:extLst>
            </p:cNvPr>
            <p:cNvSpPr/>
            <p:nvPr/>
          </p:nvSpPr>
          <p:spPr>
            <a:xfrm>
              <a:off x="8599884" y="886780"/>
              <a:ext cx="1509682" cy="10138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20</a:t>
              </a:r>
              <a:endParaRPr lang="en-IN" sz="3600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A92AD3F-A470-C5D8-642E-10F896EA7F04}"/>
                </a:ext>
              </a:extLst>
            </p:cNvPr>
            <p:cNvSpPr/>
            <p:nvPr/>
          </p:nvSpPr>
          <p:spPr>
            <a:xfrm>
              <a:off x="2397539" y="4957410"/>
              <a:ext cx="1509682" cy="10138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80</a:t>
              </a:r>
              <a:endParaRPr lang="en-IN" sz="36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0754C2-AFB2-1085-AF04-56B3EE56EAF7}"/>
                </a:ext>
              </a:extLst>
            </p:cNvPr>
            <p:cNvSpPr/>
            <p:nvPr/>
          </p:nvSpPr>
          <p:spPr>
            <a:xfrm>
              <a:off x="8530318" y="4957409"/>
              <a:ext cx="1509682" cy="10138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30</a:t>
              </a:r>
              <a:endParaRPr lang="en-IN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3051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169</Words>
  <Application>Microsoft Office PowerPoint</Application>
  <PresentationFormat>Widescreen</PresentationFormat>
  <Paragraphs>47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Open Sans ExtraBold</vt:lpstr>
      <vt:lpstr>Arial</vt:lpstr>
      <vt:lpstr>Play</vt:lpstr>
      <vt:lpstr>Office Theme</vt:lpstr>
      <vt:lpstr>Basic React</vt:lpstr>
      <vt:lpstr>UI Enhancements</vt:lpstr>
      <vt:lpstr>C# API Cleanup</vt:lpstr>
      <vt:lpstr>PM stuff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Abdul Rehman</dc:creator>
  <cp:lastModifiedBy>Seshagiri Sriram</cp:lastModifiedBy>
  <cp:revision>6</cp:revision>
  <dcterms:created xsi:type="dcterms:W3CDTF">2024-10-11T06:34:35Z</dcterms:created>
  <dcterms:modified xsi:type="dcterms:W3CDTF">2025-11-17T04:26:17Z</dcterms:modified>
</cp:coreProperties>
</file>